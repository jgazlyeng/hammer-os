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from the GreenLight codebase and public TPN website reviewed September 9,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Trusted Partner Network public website, https://www.ttpn.org/, reviewed September 9, 2026. TPN describes itself as a global media and entertainment content security initiative wholly owned by the Motion Picture Association.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DE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studio development operating system for scripts, prospects, review packets, outreach, and executive status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44068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D8EFDD"/>
          </a:solidFill>
          <a:ln w="12700">
            <a:solidFill>
              <a:srgbClr val="CED8D0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532120"/>
            <a:ext cx="2231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and investor overview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592531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development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Film teams make high-value decisions from scattered drafts, notes, spreadsheets, and emails.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49834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 material arrives from agencies, contests, producers, writers, and internal referrals.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title can exist as a prospect, a script, a project, a review packet, and a set of follow-up tasks.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Executives need fast status without losing the details that producers and artists need to execute.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matters because the content is often confidential, pre-release, and partner-facing.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RESPONSE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92240" y="1847088"/>
            <a:ext cx="44805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connected system that keeps title, writer, source, version, notes, tasks, files, and access in one searchable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shape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organizes development around decisions, not disconnected files.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SLATE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80136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the studio owns or is actively developing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13232" y="267919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43400" y="180136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the team may want to pursue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43400" y="267919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AND VERSIONS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73568" y="180136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history, context documents, notes, tags, coverage, and diffs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973568" y="267919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" y="395020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packets that group projects, prospects, and documents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13232" y="482803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43400" y="395020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Talent, reps, engagements, follow-ups, and relationship links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343400" y="482803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AND REPORTS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73568" y="3950208"/>
            <a:ext cx="30632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work and status summaries for producers and executives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973568" y="4828032"/>
            <a:ext cx="2834640" cy="0"/>
          </a:xfrm>
          <a:prstGeom prst="line">
            <a:avLst/>
          </a:prstGeom>
          <a:noFill/>
          <a:ln w="12700">
            <a:solidFill>
              <a:srgbClr val="CED8D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stores relationships and decisions. File storage holds the heavy assets.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35640" cy="4251960"/>
        </p:xfrm>
        <a:graphic>
          <a:graphicData uri="http://schemas.openxmlformats.org/drawingml/2006/table">
            <a:tbl>
              <a:tblPr/>
              <a:tblGrid>
                <a:gridCol w="1874520"/>
                <a:gridCol w="3337560"/>
                <a:gridCol w="562356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Connected to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enables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Documents, assets, tasks, members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Assigned users see the correct working context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Prospect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Source, owner, assets, collections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Incoming titles can be reviewed before becoming projects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Document Version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Files, text, notes, coverage, diffs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draft keeps history and can be compared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Collection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Scripts, prospects, projects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packets can be curated without duplicating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Engagements, reps, follow-ups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Outreach has a timeline and next actions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data connections matter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creates a useful map of creative and business context.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1280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title record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664208"/>
            <a:ext cx="9144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6324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6324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script versions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64208"/>
            <a:ext cx="96012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897880" y="1463040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97880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notes, tasks, tags, ratings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58200" y="1664208"/>
            <a:ext cx="9144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64040" y="1463040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6404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view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99669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Producers can trace a recommendation back to the exact draft, note, source, or engagement.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Executives can see status without losing the underlying evidence.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Artists can receive only the project material they need for pre-viz and reference work.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use structured context instead of treating each file as an isolated upload.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runs as a server-backed web app that keeps sensitive work out of browser-only storage.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ED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84832"/>
            <a:ext cx="18562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544" y="2441448"/>
            <a:ext cx="185623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interface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53512" y="2432304"/>
            <a:ext cx="566928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1874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0F7A34"/>
          </a:solidFill>
          <a:ln w="12700">
            <a:solidFill>
              <a:srgbClr val="CED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2084832"/>
            <a:ext cx="18562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12464" y="2441448"/>
            <a:ext cx="185623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5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uploads, downloads, API 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42432" y="2432304"/>
            <a:ext cx="566928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1874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E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2084832"/>
            <a:ext cx="18562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1384" y="2441448"/>
            <a:ext cx="185623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Metadata, relationships, notes, roles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31352" y="2432304"/>
            <a:ext cx="566928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74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ED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2084832"/>
            <a:ext cx="18562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Cloud Storage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0304" y="2441448"/>
            <a:ext cx="185623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files and assets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886200"/>
            <a:ext cx="987552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fronts the production VM and forwards requests to the app container.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gives the server a typed layer over the database.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Uploads produce database records and private storage paths.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Downloads require a fresh server-side permission check.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follows the path from incoming material to greenlight review.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3035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Prospect, project, source, writer, logline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58568" y="2020824"/>
            <a:ext cx="4572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26080" y="1417320"/>
            <a:ext cx="53035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Script, treatment, context docs, images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98848" y="2020824"/>
            <a:ext cx="4572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66360" y="1417320"/>
            <a:ext cx="53035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Notes, tasks, outreach, relationship history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39128" y="2020824"/>
            <a:ext cx="4572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06640" y="1417320"/>
            <a:ext cx="53035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0664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and review packets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9408" y="2020824"/>
            <a:ext cx="457200" cy="0"/>
          </a:xfrm>
          <a:prstGeom prst="line">
            <a:avLst/>
          </a:prstGeom>
          <a:noFill/>
          <a:ln w="19050">
            <a:solidFill>
              <a:srgbClr val="0F7A34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46920" y="1417320"/>
            <a:ext cx="53035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692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4692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ratings, reports, status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9966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flow keeps users focused on the title and the decision instead of forcing them to manage files, notes, and assignments in separate tools.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posture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protects content through private storage, server-side checks, and operational logging.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34440"/>
          <a:ext cx="10332720" cy="4251960"/>
        </p:xfrm>
        <a:graphic>
          <a:graphicData uri="http://schemas.openxmlformats.org/drawingml/2006/table">
            <a:tbl>
              <a:tblPr/>
              <a:tblGrid>
                <a:gridCol w="2560320"/>
                <a:gridCol w="7772400"/>
              </a:tblGrid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GreenLight implementation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 access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Private storage paths and app-mediated downloads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Watermarking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 user, timestamp, custom text, and IP details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Password sessions and Google OAuth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Server-side role and project membership checks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Secrets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OAuth, storage, and LLM keys remain server-side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Sensitive actions create database audit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Trusted Partner Network alignment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security roadmap matches how studios think about confidential content workflows.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2120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TPN is a media and entertainment content security initiative owned by the Motion Picture Association. It provides a common framework for content security across studios, vendors, and service providers.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1353312"/>
            <a:ext cx="45262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handles pre-release scripts, review documents, and partner-facing materials.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should map controls to TPN-aligned practices before broader rollout.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areas include access control, private storage, logging, watermarking, secure configuration, and incident procedures.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784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position: TPN-aligned roadmap, not a certification claim.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security and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combines global role, project assignment, and server-side file checks.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88720"/>
          <a:ext cx="10561320" cy="3749040"/>
        </p:xfrm>
        <a:graphic>
          <a:graphicData uri="http://schemas.openxmlformats.org/drawingml/2006/table">
            <a:tbl>
              <a:tblPr/>
              <a:tblGrid>
                <a:gridCol w="1920240"/>
                <a:gridCol w="8641080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 pattern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Sees everything and manages users, roles, system settings, audits, and exports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Sees and downloads everything, creates projects, and manages slate workflows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Sees and downloads leadership-facing material across the full slate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Artist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Sees and downloads only assigned project material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Sees only explicitly shared or assigned content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never decides access by itself. Server routes enforce the role model before returning records or files.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can add AI as a controlled layer on top of structured studio data.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summaries and scorecards can attach to a specific document version.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ratings stay next to AI drafts so executives can see machine input and human judgment together.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breakdowns can use script text, scenes, entities, tags, and supporting documents.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settings control provider, model, key configuration, maximum input size, and external analysis policy.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GOVERNANCE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2976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explicit approval before sending confidential script text to an external model. Keep provider calls on the server and store only the resulting summary, score, and audit trail.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creates leverage from the studio’s development memory.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1325880"/>
            <a:ext cx="97840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cleaner operating layer for producers, executives, artists, and outside collaborators.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searchable history of material, decisions, notes, drafts, sources, and relationships.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foundation for AI because the app already knows what each file, note, task, and person relates to.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security model built around confidential media workflows rather than generic document storage.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892040"/>
            <a:ext cx="9601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GreenLight can become the development intelligence layer for deciding what to read, what to package, what to greenlight, and what to stop carrying.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work should strengthen trust, reporting, and AI governance.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411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A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GreenLight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353312"/>
          <a:ext cx="10195560" cy="3429000"/>
        </p:xfrm>
        <a:graphic>
          <a:graphicData uri="http://schemas.openxmlformats.org/drawingml/2006/table">
            <a:tbl>
              <a:tblPr/>
              <a:tblGrid>
                <a:gridCol w="1097280"/>
                <a:gridCol w="3977640"/>
                <a:gridCol w="5120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Outcome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TPN readiness map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 security roadmap for studio partners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coverage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Script summaries and human ratings on selected drafts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templates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Repeatable investor and executive updates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 review cadence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 that the right users see the right content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E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05840" y="5321808"/>
            <a:ext cx="10149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steps keep the product practical while moving it toward a defensible intelligence platform.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Hammer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GreenLight Stakeholder Overview</dc:title>
  <dc:subject>GreenLight stakeholder and investor overview</dc:subject>
  <dc:creator>GreenLight</dc:creator>
  <cp:lastModifiedBy>GreenLight</cp:lastModifiedBy>
  <cp:revision>1</cp:revision>
  <dcterms:created xsi:type="dcterms:W3CDTF">2026-09-09T16:21:44Z</dcterms:created>
  <dcterms:modified xsi:type="dcterms:W3CDTF">2026-09-09T16:21:44Z</dcterms:modified>
</cp:coreProperties>
</file>